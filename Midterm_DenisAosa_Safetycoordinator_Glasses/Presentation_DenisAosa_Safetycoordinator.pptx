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Denis Aosa Safetycoordinator Glasses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Member: Denis Aosa</a:t>
            </a:r>
          </a:p>
          <a:p>
            <a:r>
              <a:t>Course: ITAI 1378 - Computer Vision and AI</a:t>
            </a:r>
          </a:p>
          <a:p>
            <a:r>
              <a:t>Tier: Midterm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What real-world problem are you solving?</a:t>
            </a:r>
          </a:p>
          <a:p>
            <a:pPr>
              <a:defRPr sz="2000"/>
            </a:pPr>
            <a:r>
              <a:t>Delivery drivers (like Amazon DSPs) face unpredictably dangerous 'Last 100 Yards' conditions. Trips on broken stairs, loose pets, and poor back mechanics cost logistics companies millions.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is it important?</a:t>
            </a:r>
          </a:p>
          <a:p>
            <a:pPr>
              <a:defRPr sz="2000"/>
            </a:pPr>
            <a:r>
              <a:t>Accidents and injuries reduce driver retention and delay crucial deliveries.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Solution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What will your system do?</a:t>
            </a:r>
          </a:p>
          <a:p>
            <a:pPr>
              <a:defRPr sz="2000"/>
            </a:pPr>
            <a:r>
              <a:t>The Denis Aosa Safetycoordinator Glasses are a wearable CV system that evaluates real-time camera feeds to alert drivers of high-risk situations.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How will it solve the problem?</a:t>
            </a:r>
          </a:p>
          <a:p>
            <a:pPr>
              <a:defRPr sz="2000"/>
            </a:pPr>
            <a:r>
              <a:t>It identifies critical hazards (stairs, pets) and poorly lit conditions, triggering a 'Stop &amp; Assess' HUD visual. It also tracks spinal posture to ensure safe package lifting mechanics.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Computer Vision Architectures: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Object Detection: YOLOv8-Nano</a:t>
            </a:r>
          </a:p>
          <a:p>
            <a:pPr>
              <a:defRPr sz="2000"/>
            </a:pPr>
            <a:r>
              <a:t>Extremely lightweight (under 4MB) to easily run on edge wearable constraints while detecting 5 key hazard classes.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Pose Estimation: MediaPipe &amp; YOLO-Pose</a:t>
            </a:r>
          </a:p>
          <a:p>
            <a:pPr>
              <a:defRPr sz="2000"/>
            </a:pPr>
            <a:r>
              <a:t>Maps driver's skeletal angle to warn them if they bend at the waist instead of the knees.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Workflow: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Input: Driver's POV camera feed.</a:t>
            </a:r>
          </a:p>
          <a:p>
            <a:pPr>
              <a:defRPr sz="2000"/>
            </a:pPr>
            <a:r>
              <a:t>2. Perception: YOLOv8-Nano detects bounding boxes; YOLO-Pose maps skeletal nodes.</a:t>
            </a:r>
          </a:p>
          <a:p>
            <a:pPr>
              <a:defRPr sz="2000"/>
            </a:pPr>
            <a:r>
              <a:t>3. Logic: safety_logic.py cross-references detected items with lighting conditions.</a:t>
            </a:r>
          </a:p>
          <a:p>
            <a:pPr>
              <a:defRPr sz="2000"/>
            </a:pPr>
            <a:r>
              <a:t>4. Output (HUD): Displays visual cues (Red Box = STOP, Green Check = Safe Posture).</a:t>
            </a:r>
          </a:p>
          <a:p>
            <a:pPr>
              <a:defRPr sz="2000"/>
            </a:pPr>
            <a:r>
              <a:t>5. Reporting: Generates an automatic Incident Log for the Safety Coordinator.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Primary Metrics:</a:t>
            </a:r>
          </a:p>
          <a:p>
            <a:pPr>
              <a:defRPr sz="2000"/>
            </a:pPr>
            <a:r>
              <a:t>- Recall: &gt; 95% for Critical Hazards (False Positives &gt; False Negatives)</a:t>
            </a:r>
          </a:p>
          <a:p>
            <a:pPr>
              <a:defRPr sz="2000"/>
            </a:pPr>
            <a:r>
              <a:t>- Pose Accuracy: mAP &gt; 85%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Secondary Metrics:</a:t>
            </a:r>
          </a:p>
          <a:p>
            <a:pPr>
              <a:defRPr sz="2000"/>
            </a:pPr>
            <a:r>
              <a:t>- Telemetry: Inference speed &lt; 30ms (Real-time capability on edge processors)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Compute:</a:t>
            </a:r>
          </a:p>
          <a:p>
            <a:pPr>
              <a:defRPr sz="2000"/>
            </a:pPr>
            <a:r>
              <a:t>- Edge TPUs, Google Colab for initial training.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Frameworks &amp; Languages:</a:t>
            </a:r>
          </a:p>
          <a:p>
            <a:pPr>
              <a:defRPr sz="2000"/>
            </a:pPr>
            <a:r>
              <a:t>- Python 3.10+</a:t>
            </a:r>
          </a:p>
          <a:p>
            <a:pPr>
              <a:defRPr sz="2000"/>
            </a:pPr>
            <a:r>
              <a:t>- PyTorch, Ultralytics YOLOv8 logic</a:t>
            </a:r>
          </a:p>
          <a:p>
            <a:pPr>
              <a:defRPr sz="2000"/>
            </a:pPr>
            <a:r>
              <a:t>- OpenCV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Estimated Cost: Low (Software prototype)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