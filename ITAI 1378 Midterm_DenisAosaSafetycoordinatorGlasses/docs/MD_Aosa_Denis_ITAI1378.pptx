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Denis Aosa Safetycoordinator Glasses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Project Name: Denis Aosa Safetycoordinator Glasses</a:t>
            </a:r>
          </a:p>
          <a:p>
            <a:r>
              <a:t>Team Member: Denis Aosa</a:t>
            </a:r>
          </a:p>
          <a:p>
            <a:r>
              <a:t>Project Tier: Tier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What real-world problem are you solving?</a:t>
            </a:r>
          </a:p>
          <a:p>
            <a:pPr>
              <a:defRPr sz="2000"/>
            </a:pPr>
            <a:r>
              <a:t>Logistics workers face constant dangers. Delivery drivers endure hazardous 'Last 100 Yards' conditions (stairs, pets), while warehouse workers risk catastrophic forklift collisions and improper lifting injuries.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Who cares about this problem?</a:t>
            </a:r>
          </a:p>
          <a:p>
            <a:pPr>
              <a:defRPr sz="2000"/>
            </a:pPr>
            <a:r>
              <a:t>Supply Chain Managers, Warehouse Supervisors, OSHA, and Delivery DSPs.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Why is it important?</a:t>
            </a:r>
          </a:p>
          <a:p>
            <a:pPr>
              <a:defRPr sz="2000"/>
            </a:pPr>
            <a:r>
              <a:t>Accidents result in severe injuries, lawsuits, and thousands of dollars in medical compensation and lost productivity.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Your Solution (Overview)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What will your system do?</a:t>
            </a:r>
          </a:p>
          <a:p>
            <a:pPr>
              <a:defRPr sz="2000"/>
            </a:pPr>
            <a:r>
              <a:t>A wearable smart-glasses CV system that evaluates real-time camera feeds to alert logistics staff of high-risk situations.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How will it solve the problem?</a:t>
            </a:r>
          </a:p>
          <a:p>
            <a:pPr>
              <a:defRPr sz="2000"/>
            </a:pPr>
            <a:r>
              <a:t>It identifies critical hazards (forklifts, stairs) and monitors spinal posture, triggering a 'Stop &amp; Assess' HUD visual to prevent collisions, falls, and ergonomic injuries.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Technical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Computer Vision Technique: Object Detection &amp; Pose Estimation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Model: YOLOv8-Nano (for objects) &amp; MediaPipe/YOLO-Pose (for posture).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Framework: PyTorch and Ultralytics.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Justification: YOLOv8-Nano is extremely lightweight (under 4MB), making it the only viable choice to run inference quickly on edge wearable processors without excessive battery drain.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Source:</a:t>
            </a:r>
          </a:p>
          <a:p>
            <a:pPr>
              <a:defRPr sz="2000"/>
            </a:pPr>
            <a:r>
              <a:t>Roboflow Universe ('Warehouse Safety' and 'Residential Delivery Hazards' datasets).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Size:</a:t>
            </a:r>
          </a:p>
          <a:p>
            <a:pPr>
              <a:defRPr sz="2000"/>
            </a:pPr>
            <a:r>
              <a:t>Roughly 2,000 annotated images of forklifts, porches, steps, and dogs.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Labels:</a:t>
            </a:r>
          </a:p>
          <a:p>
            <a:pPr>
              <a:defRPr sz="2000"/>
            </a:pPr>
            <a:r>
              <a:t>Bounding boxes for: forklift, loose_pet, broken_stairs, low_obstacle.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Preparation:</a:t>
            </a:r>
          </a:p>
          <a:p>
            <a:pPr>
              <a:defRPr sz="2000"/>
            </a:pPr>
            <a:r>
              <a:t>Standardize resolution to 640x640 and apply minor augmentations (brightness changes for warehouse/porch lighting variance).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Workflow: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[Input] Driver POV Camera Frame -&gt; [Processing Step 1] YOLOv8-Nano Bounding Box &amp; Pose Node Detection -&gt; [Processing Step 2] safety_logic.py evaluates risk threshold -&gt; [Output] Glasses HUD Warning (Red Box / Text).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Success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Primary Metric: Recall for Critical Hazards</a:t>
            </a:r>
          </a:p>
          <a:p>
            <a:pPr>
              <a:defRPr sz="2000"/>
            </a:pPr>
            <a:r>
              <a:t>Target: ≥ 95% (False positives are annoying, but missing a forklift is deadly).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Secondary Metric: Inference Speed (Latency)</a:t>
            </a:r>
          </a:p>
          <a:p>
            <a:pPr>
              <a:defRPr sz="2000"/>
            </a:pPr>
            <a:r>
              <a:t>Target: &lt; 30ms per frame to provide real-time 'Stop &amp; Assess' warnings before collisions occur.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Week-by-Week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Week 10 (Oct 30): Finalize dataset, set up PyTorch environment.</a:t>
            </a:r>
          </a:p>
          <a:p>
            <a:pPr>
              <a:defRPr sz="2000"/>
            </a:pPr>
            <a:r>
              <a:t>Week 11 (Nov 6): Train/fine-tune YOLOv8-Nano model.</a:t>
            </a:r>
          </a:p>
          <a:p>
            <a:pPr>
              <a:defRPr sz="2000"/>
            </a:pPr>
            <a:r>
              <a:t>Week 12 (Nov 13): Test posture tracking and logic threshold accuracy.</a:t>
            </a:r>
          </a:p>
          <a:p>
            <a:pPr>
              <a:defRPr sz="2000"/>
            </a:pPr>
            <a:r>
              <a:t>Week 13 (Nov 20): Create simulation demo/video of HUD alerts.</a:t>
            </a:r>
          </a:p>
          <a:p>
            <a:pPr>
              <a:defRPr sz="2000"/>
            </a:pPr>
            <a:r>
              <a:t>Week 14 (Nov 27): Final testing, documentation, and GitHub sync.</a:t>
            </a:r>
          </a:p>
          <a:p>
            <a:pPr>
              <a:defRPr sz="2000"/>
            </a:pPr>
            <a:r>
              <a:t>Week 15 (Dec 4): Present project.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Challenges &amp; Backup Plans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Challenge: Not enough 'hazardous' variation in public data (e.g. rare forklift crashes).</a:t>
            </a:r>
          </a:p>
          <a:p>
            <a:pPr>
              <a:defRPr sz="2000"/>
            </a:pPr>
            <a:r>
              <a:t>Plan B: Use stable diffusion or synthetic renders (e.g., Carla simulator) to generate dangerous warehouse/porch environments.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Challenge: Pose estimation fails on downward-facing camera.</a:t>
            </a:r>
          </a:p>
          <a:p>
            <a:pPr>
              <a:defRPr sz="2000"/>
            </a:pPr>
            <a:r>
              <a:t>Plan B: Revert to solely environmental object detection (dropping the ergonomic monitoring) to guarantee accuracy.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Resources Needed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Compute:</a:t>
            </a:r>
          </a:p>
          <a:p>
            <a:pPr>
              <a:defRPr sz="2000"/>
            </a:pPr>
            <a:r>
              <a:t>Google Colab (Free tier / Colab Pro for initial training speed).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Frameworks:</a:t>
            </a:r>
          </a:p>
          <a:p>
            <a:pPr>
              <a:defRPr sz="2000"/>
            </a:pPr>
            <a:r>
              <a:t>PyTorch, Ultralytics YOLOv8, MediaPipe, OpenCV.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Estimated Cost:</a:t>
            </a:r>
          </a:p>
          <a:p>
            <a:pPr>
              <a:defRPr sz="2000"/>
            </a:pPr>
            <a:r>
              <a:t>$0 (Utilizing open-source MIT-licensed models and free dataset tiers).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